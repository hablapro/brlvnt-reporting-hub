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held near June on a 24% larger media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and the biggest month of 2026.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up 24%, the biggest GGMI media month of 2026.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Hold programmatic quality on Quantcast. Viewability improved 3.15 points to 54.45% and still sits under the 70% standard.</a:t>
            </a:r>
          </a:p>
          <a:p>
            <a:pPr algn="l">
              <a:spcBef>
                <a:spcPts val="600"/>
              </a:spcBef>
            </a:pPr>
            <a:r>
              <a:rPr sz="900" b="0">
                <a:solidFill>
                  <a:srgbClr val="2B3147"/>
                </a:solidFill>
                <a:latin typeface="Calibri"/>
              </a:rPr>
              <a:t>The refreshed 66-site disallow list is the direct lever, led by tvazteca.com.</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windows in one month. The rebuilt structure is the account’s current state.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rebuild superseded June’s campaign picks. August scales what works.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Reach delivered at scale, all in Mexico.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list, then hold quality with a floor.</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viewability now clear of the floor on both formats.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Judge the channel at the monthly level. Close out the vendor confirmation.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Reported on spend and delivery this month. Instagram testing delivered.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Context this month. The measurement fix makes August the first fully measured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fell sharply; attributed sessions grew.</a:t>
            </a:r>
          </a:p>
          <a:p>
            <a:pPr algn="l">
              <a:spcBef>
                <a:spcPts val="600"/>
              </a:spcBef>
            </a:pPr>
            <a:r>
              <a:rPr sz="950" b="0">
                <a:solidFill>
                  <a:srgbClr val="2B3147"/>
                </a:solidFill>
                <a:latin typeface="Calibri"/>
              </a:rPr>
              <a:t>Venezuela’s session volume fell sharply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August priorities: scale the rebuilt structure, complete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66-site Quantcast disallow list, led by tvazteca.com, and hold delivery to the 70% viewability standard.</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