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109728" cy="210312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2402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3B5998"/>
                </a:solidFill>
                <a:latin typeface="Arial"/>
              </a:rPr>
              <a:t>MONTHLY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200" b="1">
                <a:solidFill>
                  <a:srgbClr val="1A2A3A"/>
                </a:solidFill>
                <a:latin typeface="Arial"/>
              </a:rPr>
              <a:t>GCG (US Hispanic) — Paid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May 2026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78828C"/>
                </a:solidFill>
                <a:latin typeface="Arial"/>
              </a:rPr>
              <a:t>Google Ads · Meta · Azerion · Quantcast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Prepared by Berelvant   ·   06.02.2026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GCG (US Hispanic)  ·  May 2026</a:t>
            </a:r>
          </a:p>
        </p:txBody>
      </p:sp>
      <p:pic>
        <p:nvPicPr>
          <p:cNvPr id="4" name="Picture 3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Measurement turned a corner. Three channels now comparable.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Monthly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2 / 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691640"/>
          <a:ext cx="6766558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6633"/>
                <a:gridCol w="966651"/>
                <a:gridCol w="966651"/>
                <a:gridCol w="966651"/>
                <a:gridCol w="773321"/>
                <a:gridCol w="966651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Impr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Clicks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Conv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Google Ads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$15,201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126,851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9,953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$200.01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$12,243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2.32M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40,790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$112.32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Azerion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$26,472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4.10M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42,274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$615.63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Quantcast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$22,359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26.97M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1,827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$2,795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$76,275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33.52M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94,844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406640" y="1691640"/>
            <a:ext cx="4297680" cy="2194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1691640"/>
            <a:ext cx="429768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1819656"/>
            <a:ext cx="3931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HEADLINES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2148840"/>
            <a:ext cx="3931920" cy="16459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Google Ads conversion tracking is fixed: 76 completed applications at a $200 CPA, evenly spread across all five weeks. Meta delivered its best month at 109 conversions and a $112 CPA. The three primary channels are now comparable for the first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6766560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676656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42816"/>
            <a:ext cx="6400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WHAT THE DATA SAYS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640080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Spend rose 31% month over month to $76,275, led by Azerion (+62%) and Quantcast (+49%). Azerion grew Step 1 actions 184% at an efficient $18.93, but completed applications fell from 76 to 43 as the Step 1 to application drop-off widened. Quantcast multiplied impressions on cheaper inventory, and viewability slipped to 60.5%.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114800"/>
            <a:ext cx="4297680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4114800"/>
            <a:ext cx="4297680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4242816"/>
            <a:ext cx="3931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Arial"/>
              </a:rPr>
              <a:t>MAY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4572000"/>
            <a:ext cx="39319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Lift the shared site application funnel that caps Azerion completions, increase budget on the throttled Brand Search campaign, and scale the Meta 0426_GCG traffic campaign. Confirm the Quantcast Q+ conversion campaign begins delivering in June.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GCG (US Hispanic)  ·  May 2026</a:t>
            </a:r>
          </a:p>
        </p:txBody>
      </p:sp>
      <p:pic>
        <p:nvPicPr>
          <p:cNvPr id="4" name="Picture 3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GOOGLE ADS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Tracking fixed: 76 applications at $200 CPA, evenly distributed.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Monthly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3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$15,201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8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126,851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1376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9,953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8464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8464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7.85%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5552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45552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AVG CPC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$1.53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691640"/>
            <a:ext cx="1737360" cy="1051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691640"/>
            <a:ext cx="64008" cy="105156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CONVERSIONS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441448"/>
            <a:ext cx="15087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$200.01 CPA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88036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Campaign Breakdown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3200400"/>
          <a:ext cx="7315195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2382"/>
                <a:gridCol w="1060173"/>
                <a:gridCol w="1060173"/>
                <a:gridCol w="1060173"/>
                <a:gridCol w="742121"/>
                <a:gridCol w="106017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Clicks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CTR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Conv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TrackB Authority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$4,560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2,641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8.41%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$168.90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TrackB Platform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$3,040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1,956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5.62%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$121.61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TrackA Trust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$5,320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4,830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9.29%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$332.51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Brand Search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$2,280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6.08%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$285.02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$15,201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9,953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7.85%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$200.01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8046720" y="1691640"/>
            <a:ext cx="3657600" cy="457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1691640"/>
            <a:ext cx="365760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819656"/>
            <a:ext cx="3291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HIGHLIGHTS &amp; 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148840"/>
            <a:ext cx="3291840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TrackB (Authority + Platform) is the conversion engine: 52 of 76 conversions at a $121 to $169 CPA.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All 76 conversions tie to a single bottom-funnel action (completed application). April's week-5 anomaly is resolved.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Mobile carries the channel: 78% of spend and 74% of conversions.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Non-brand is now rank-limited (67 to 81% of impression share lost to rank), not budget-limited. Brand is budget-throttled (60% lost to budget) yet converts at $285, a candidate for more budget.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GCG (US Hispanic)  ·  May 2026</a:t>
            </a:r>
          </a:p>
        </p:txBody>
      </p:sp>
      <p:pic>
        <p:nvPicPr>
          <p:cNvPr id="4" name="Picture 3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META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Best Meta month: 109 conversions at $112.32 CPA.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Monthly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4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$12,243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8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2.32M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1376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LINK 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40,790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8464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8464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CTR (LINK)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1.76%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5552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45552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$5.29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691640"/>
            <a:ext cx="1737360" cy="1051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691640"/>
            <a:ext cx="64008" cy="105156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CONVERSIONS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441448"/>
            <a:ext cx="15087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$112.32 CPA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Conversion Funnel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3200400"/>
          <a:ext cx="5669279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6945"/>
                <a:gridCol w="1546167"/>
                <a:gridCol w="1546167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Rate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Impressions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2,316,020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Link clicks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40,790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1.76%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Landing page views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26,864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65.9%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Conversions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0.41% of LPV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400800" y="1691640"/>
            <a:ext cx="5303520" cy="457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1691640"/>
            <a:ext cx="530352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819656"/>
            <a:ext cx="493775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HIGHLIGHTS &amp; READ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148840"/>
            <a:ext cx="4937759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Conversions up 49% and CPA down 33% month over month, the best Meta result to date.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Inventory got cheaper: CPM down 45% to $5.29 while impressions nearly doubled. Efficient scaling on the traffic objective.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Landing-page-view rate of 65.9% is healthy and post-click conversion is functioning, in contrast with GGMI.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Next step: scale the 0426_GCG campaign; it is the most efficient converting channel in the account.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GCG (US Hispanic)  ·  May 2026</a:t>
            </a:r>
          </a:p>
        </p:txBody>
      </p:sp>
      <p:pic>
        <p:nvPicPr>
          <p:cNvPr id="4" name="Picture 3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AZERION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Step 1 scaled efficiently; application drop-off widened.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Monthly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5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$26,472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8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4.10M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1376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42,274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8464" y="1691640"/>
            <a:ext cx="1737360" cy="1051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8464" y="1691640"/>
            <a:ext cx="64008" cy="105156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1,398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441448"/>
            <a:ext cx="15087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$18.93 CPA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45552" y="1691640"/>
            <a:ext cx="1737360" cy="1051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45552" y="1691640"/>
            <a:ext cx="64008" cy="105156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4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2441448"/>
            <a:ext cx="15087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$615.63 CPA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5723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VIEWABILITY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65.2%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Ad Sets (Applications)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" y="3246120"/>
          <a:ext cx="5486399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4892"/>
                <a:gridCol w="1406769"/>
                <a:gridCol w="984738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Ad Set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Apps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Language Broker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$4,415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Broker 1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$4,420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Trusted Broker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$4,412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Professional Tools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$4,409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Trust HTML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$4,404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Spanish Platform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$4,412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6217920" y="1691640"/>
            <a:ext cx="5486400" cy="2194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691640"/>
            <a:ext cx="548640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819656"/>
            <a:ext cx="5120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HIGHLIGHTS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148840"/>
            <a:ext cx="5120640" cy="16459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Site engagement grew sharply: 50,000 site visits (up from 10,000) and 1,398 Step 1 actions at an efficient $18.93 on a 62% budget increase.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023360"/>
            <a:ext cx="5486400" cy="2194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4023360"/>
            <a:ext cx="5486400" cy="5486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151376"/>
            <a:ext cx="5120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Arial"/>
              </a:rPr>
              <a:t>RISK &amp; FOCUS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480560"/>
            <a:ext cx="5120640" cy="16459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Completed applications fell from 76 to 43 and app CPA rose to $616 as the Step 1 to application drop-off widened, matching the site-wide funnel. Retarget the enlarged Step 1 pool and shift display budget that cannot spend efficiently into upper funnel.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GCG (US Hispanic)  ·  May 2026</a:t>
            </a:r>
          </a:p>
        </p:txBody>
      </p:sp>
      <p:pic>
        <p:nvPicPr>
          <p:cNvPr id="4" name="Picture 3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QUANTCAST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Impressions scaled on cheaper, lower-viewability inventory.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Monthly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6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$22,359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04288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26.97M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1376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51376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1,827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8464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98464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$0.83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45552" y="1691640"/>
            <a:ext cx="1737360" cy="1051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45552" y="1691640"/>
            <a:ext cx="64008" cy="105156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0144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CONVERSIONS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4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4" y="2441448"/>
            <a:ext cx="150876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7 view-through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691640"/>
            <a:ext cx="1737360" cy="9144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92640" y="1691640"/>
            <a:ext cx="64008" cy="9144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57232" y="1783080"/>
            <a:ext cx="1508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VIEWABILITY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039112"/>
            <a:ext cx="1508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60.5%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9260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Month over Month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3246120"/>
          <a:ext cx="5669278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1556"/>
                <a:gridCol w="1288472"/>
                <a:gridCol w="1288472"/>
                <a:gridCol w="1030778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April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50800" marR="50800" marT="12700" marB="12700" anchor="ctr">
                    <a:solidFill>
                      <a:srgbClr val="3B599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$22,359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$15,015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+49%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Impressions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26.97M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7.2M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+275%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CPM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$0.83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$2.08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-60%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Conversions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+6</a:t>
                      </a:r>
                    </a:p>
                  </a:txBody>
                  <a:tcPr marL="50800" marR="50800" marT="12700" marB="12700" anchor="ctr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2A3A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$2,795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$7,508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1A2A3A"/>
                          </a:solidFill>
                          <a:latin typeface="Arial"/>
                        </a:rPr>
                        <a:t>-63%</a:t>
                      </a:r>
                    </a:p>
                  </a:txBody>
                  <a:tcPr marL="508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Rectangle 36"/>
          <p:cNvSpPr/>
          <p:nvPr/>
        </p:nvSpPr>
        <p:spPr>
          <a:xfrm>
            <a:off x="6400800" y="1691640"/>
            <a:ext cx="5303520" cy="457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1691640"/>
            <a:ext cx="530352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819656"/>
            <a:ext cx="493775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READ &amp; ATTRIBUTION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148840"/>
            <a:ext cx="4937759" cy="4023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Impressions rose 260% as CPM collapsed to $0.83, but viewability fell to 60.4%, below the 70% IAB standard. The scale came from cheaper, lower-quality inventory.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Conversions remain minimal and view-through (7 of 8). Treat results as directional, not as a primary efficiency signal.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The Q+ conversion campaign launched May 19 with no recorded May delivery. Confirm it activates in June.</a:t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Action: review inventory quality and tighten placements toward viewable supply.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GCG (US Hispanic)  ·  May 2026</a:t>
            </a:r>
          </a:p>
        </p:txBody>
      </p:sp>
      <p:pic>
        <p:nvPicPr>
          <p:cNvPr id="4" name="Picture 3" descr="img_0_0.5_0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9728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RECOMMENDATIONS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Scale what converts. Fix the funnel.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548640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Monthly 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731520" cy="228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7 /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703320" cy="4206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370332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9656"/>
            <a:ext cx="3337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48840"/>
            <a:ext cx="3337560" cy="365759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Increase Brand Search budget (throttled at 60% lost impression share to budget, $285 CPA). Treat non-brand as rank-limited: move on bids, ad strength, and quality.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3703320" cy="4206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70332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19656"/>
            <a:ext cx="3337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337560" cy="365759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Scale the Meta 0426_GCG traffic campaign, the most efficient converting channel at $112 CPA.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91640"/>
            <a:ext cx="3703320" cy="4206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91640"/>
            <a:ext cx="3703320" cy="548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819656"/>
            <a:ext cx="3337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48840"/>
            <a:ext cx="3337560" cy="365759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Fix the Step 1 to application drop-off on the site and retarget Azerion's enlarged Step 1 pool. Review Quantcast inventory quality (viewability 60.4%).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6035040"/>
            <a:ext cx="11247120" cy="54864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63055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NEXT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10881360" cy="914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Confirm Quantcast Q+ delivery, hold a working session on the site application funnel, and report June with all four channels on stable conversion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