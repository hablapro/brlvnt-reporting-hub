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998"/>
                </a:solidFill>
                <a:latin typeface="Arial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A2A3A"/>
                </a:solidFill>
                <a:latin typeface="Arial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A2A3A"/>
                </a:solidFill>
                <a:latin typeface="Arial"/>
              </a:rPr>
              <a:t>June 2026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Bing Ads · Meta · Azerion · Quantcast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Reporting period: June 1–30, 2026   |   Currency: USD   |   Prepared by Berelvant · 07.16.2026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biggest media month of 2026. Efficiency held where we can measure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2 /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0552"/>
                <a:gridCol w="969264"/>
                <a:gridCol w="969264"/>
                <a:gridCol w="969264"/>
                <a:gridCol w="777240"/>
                <a:gridCol w="969264"/>
              </a:tblGrid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Conv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$25,659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466,582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21,480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$25,924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19.78M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407,136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Held*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$35,026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7.68M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9,910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11,284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69.9M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449,810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Paid-social conversions are held pending a placement audit. Programmatic view-through is directional only. Conversions use different events per channel and are never summed.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HEADLINES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Site traffic recovered with the spend: 9,236 Mexico sessions, up 61% from May, and 5,838 unique visitors, up 125%. The recovery is real but bought. Media drove essentially all of the June gain while organic search sat at its 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approximately 31% into the annual GGMI budget, so H2 has room to scale once the quality fixes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JUNE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CONT'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Three findings shape the July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3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IS STILL FORMING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Meta scaled spend 291% and delivery stayed cheap, but click quality dropped sharply as it scaled. Its conversion reporting stays on hold until the placement audit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49% of June search spend served users outside Mexico. The fix is defined and partially applied; completing it is the top efficiency lever in the account.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restriction on search. Roughly $12.6K per month is at stake and the June 3 exclusion is already working.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exclusions on paid social before scaling it further, and judge the channel on measured site sessions until validation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a dedicated SEO workstream for the Spanish site. It is the structural fix for traffic that tracks media spend instead of compounding on top of it.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Apply the 49-site programmatic blocklist and set a campaign-level viewability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50 submitted applications at $513. Efficiency held through a 61% scale-up.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4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$25,659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+61%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466,582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3 campaigns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21,480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4.60%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$0.53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SUBMITTED APPS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$513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$484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Campaigns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94944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097280"/>
                <a:gridCol w="1097280"/>
                <a:gridCol w="914400"/>
                <a:gridCol w="1097280"/>
              </a:tblGrid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AO Generic (policy test)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$13,508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11,020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Brand + Generic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$8,154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7,559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Platform Intercept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$3,996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2,901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Conversions rose 52% (33 to 50) while spend rose 61%, so the CPA moved only $484 to $513 through the scale-up.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account expanded from 1 campaign to 3. Platform Intercept is the efficiency leader at a $285 CPA.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CPC rose $0.53 to $1.19 with the shift into the new campaign themes.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every search dollar in Mexico.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remains the most efficient measured converter in the account, and it held that efficiency while scaling 61%.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Only 51% of June spend served Mexico. Out-of-market paid visitors outnumbered Mexican paid visitors on the site for most of H1, so concentrating that spend in-market should improve effective Mexico CPA immediately.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new campaign themes raised CPC ($0.53 to $1.19). Platform Intercept converts at $285, so the mix has room to rebalance toward what works.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 presence-only restriction. It is the top efficiency lever in the account at roughly $12.6K per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budget toward the proven converters, led by Platform Intercept at $285, while the newer themes prove out.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Link the search account in GA4 so July reporting attributes paid search fully (detail on the measurement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Reach scaled 4x at low cost. Click quality is the June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$25,924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+291%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19.78M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100% 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407,136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$0.97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LP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249,972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platform-reported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validation open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Delivery scaled hard and stayed cheap: 19.8M impressions at a $1.31 CPM, all in Mexico, with the first month off a pure traffic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This account converted platform clicks into measured site visits at 15.7% in February. June ran at 0.19%. Same pixel, same site, same market. The difference is the inventory the June campaigns bought.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WHY CONVERSIONS ARE HELD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platform reports 86 conversions for June. 67 of them come from one retargeting campaign with only 126 landing-page views, which is not a credible application rate.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holding conversion reporting until the placement audit and pixel-event review complete. Delivery metrics (reach, clicks, CPM) are unaffected.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Audit the placements before judging the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7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buying skewed to low-cost in-app inventory, and 63% of spend served users 55 and older in a market where the target skews younger.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apply exclusions. This is the highest-value action on this channel for July.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the 55+ age skew and complete the shift to a conversion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Judge the channel on measured site sessions until conversion validation completes, then reinstate conversion reporting.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42 submitted applications. Efficiency roughly held at higher volume.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$35,026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+20%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7.68M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2.18M devices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9,910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+57%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STEP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225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$834 CPA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68.5%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 (Applications)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48640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005840"/>
                <a:gridCol w="822960"/>
                <a:gridCol w="1097280"/>
              </a:tblGrid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Experience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$9,118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Global Market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$412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TradeForex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Language Broker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$4,994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$713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Conversion_Instruments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$1,053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Spanish Platform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$4,229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$1,410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Conversion_Commodities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Applications rose 14% (37 to 42) on a 20% budget increase. The CPA moved $792 to $834, so efficiency roughly held at higher volume.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Application starts nearly doubled (225 to 440), keeping the upper funnel active.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Global Market converted at $412 and Experience carried the most volume. Conversion_Commodities spent $4,128 with no applications and is the first reallocation candidate.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Hold the pace. Confirm the delivery detail.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Second consecutive month of scaled application volume, with efficiency holding within 6% while budget grew 20%.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Viewability is 68.5%, just under the 70% standard.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pace until the delivery breakdowns arrive.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Concentrate budget on the converting ad sets, led by Global Market ($412) and Experience, and reallocate away from Conversion_Commodities ($4,128, zero applications).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Push viewability over the 70% standard.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QUANTCAST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deliberate reach month. Cheap delivery, with a quality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$33,784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+26%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41.96M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+155% MoM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$0.81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$1.63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$2.99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$5.59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51.3%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67.1%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view-through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Month over Month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6692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280160"/>
                <a:gridCol w="1280160"/>
                <a:gridCol w="1280160"/>
              </a:tblGrid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$26,890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16.48M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+155%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CPM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$0.81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$1.63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-50%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Viewability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51.3%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67.1%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-15.8pp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We scaled reach on purpose: 42M impressions and 18.2M devices reached as CPM fell by half to $0.81.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cost of cheap reach is quality. Viewability fell to 51%, below the 70% standard. We delivered a 49-site blocklist covering 32% of June spend on this line and recommend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All 11 June conversions are view-through. Treat them as directional support, not proven response.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SITE TRAFFIC  ·  GA4 (MEXICO)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Traffic recovered in June. Media bought the recovery.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11 /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Sessions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9,380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22,229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12,614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7,577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5,751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9,236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Unique visitors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4,651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14,172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6,554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3,366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2,592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5,838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3200400"/>
            <a:ext cx="6766560" cy="31089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THE HONEST READ: THREE SEPARATE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64008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February's peak was a single paid flight, not organic growth. One campaign delivered 13,323 sessions that month and ended in early March. February is not a valid baseline.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March-May slide is an organic search decline, confirmed in Search Console: Mexico organic clicks fell 75% January to June. Brand rankings improved while dated content and mid-funnel pages lost ground, so this is a content issue, not a tracking artifact.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June's rebound was bought. Of the +3,485 sessions vs May, paid search added +2,601, paid social +537, display +274. Organic added +94.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1737360"/>
            <a:ext cx="429768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240280"/>
            <a:ext cx="393192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Media is doing its job. June proves it can move traffic on demand.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Unique visitors are up 26% January to June, the legitimate bright spot in the half-year.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organic foundation needs its own workstream. Until it recovers, total site traffic will track media spend rather than compound on top of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CROSS-CHANNEL PRIORITIES +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in-market. Finish the measurement. Start the SEO workstream.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12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search restriction, with roughly $12.6K per month at stake.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paid-social placement audit and exclusions before reinstating its conversion reporting.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SCALING &amp;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mix pending the measurement fixes, then revisit allocation with clean July attribution.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Search efficiency held at $513 and earns the first incremental dollar once spend is concentrated in Mexico.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the SEO workstream for the Spanish site and apply the programmatic blocklist with a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Complete the placement audit and pixel-event review, then reinstate paid-social conversions.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2A3A"/>
                </a:solidFill>
                <a:latin typeface="Arial"/>
              </a:rPr>
              <a:t>Concentrate spend on measurable, in-market delivery while the quality fixes land.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