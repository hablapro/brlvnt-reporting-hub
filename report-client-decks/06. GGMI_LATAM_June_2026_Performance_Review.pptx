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BE7E398-C2A4-434B-A118-70B563C095EC}">
  <a:tblStyle styleId="{2BE7E398-C2A4-434B-A118-70B563C0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Funnel metrics are blended organic + paid. Working media per the budget tracker. MoM = June vs May.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bought at improving efficiency, not rising cost.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and programmatic carried the measured volume (181 submitted applications).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sessions —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Media drove essentially all of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Meta scaled spend 291% and delivery stayed cheap, but click quality dropped sharply as it scaled.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49% of June search spend served users outside Mexico. The fix is defined and partially applied; completing it is the top efficiency lever in the account.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restriction on search. Roughly $12.6K per month is at stake and the June 3 exclusion is already working.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 presence-only restriction. It is the top efficiency lever in the account at roughly $12.6K per month.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buying skewed to low-cost in-app inventory, and 63% of spend served users 55 and older in a market where the target skews younger.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{2BE7E398-C2A4-434B-A118-70B563C095EC}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search restriction, with roughly $12.6K per month at stake.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