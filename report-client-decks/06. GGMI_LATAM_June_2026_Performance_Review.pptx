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852160"/>
            <a:ext cx="12191695" cy="100584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011680"/>
            <a:ext cx="91440" cy="228600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286000" cy="6492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0116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B5998"/>
                </a:solidFill>
                <a:latin typeface="Arial"/>
              </a:rPr>
              <a:t>MONTHLY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1A2A3A"/>
                </a:solidFill>
                <a:latin typeface="Arial"/>
              </a:rPr>
              <a:t>GGMI (LATAM) — Paid 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747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1A2A3A"/>
                </a:solidFill>
                <a:latin typeface="Arial"/>
              </a:rPr>
              <a:t>June 2026 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1148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5A5A"/>
                </a:solidFill>
                <a:latin typeface="Arial"/>
              </a:rPr>
              <a:t>Bing Ads · Meta · Azerion · Quantcast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080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Arial"/>
              </a:rPr>
              <a:t>Reporting period: June 1–30, 2026   |   Currency: USD   |   Prepared by Berelvant · 07.16.2026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The biggest media month of 2026. Efficiency held where we can measure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Monthly 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2 / 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737360"/>
          <a:ext cx="6784848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30552"/>
                <a:gridCol w="969264"/>
                <a:gridCol w="969264"/>
                <a:gridCol w="969264"/>
                <a:gridCol w="777240"/>
                <a:gridCol w="969264"/>
              </a:tblGrid>
              <a:tr h="3048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Impr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Clicks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Conv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CPA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Bing Ads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$25,659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466,582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21,480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$513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Meta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$25,924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19.78M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407,136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Held*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Azerion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$34,556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7.68M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9,910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$823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Quantcast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$33,784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41.96M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11,284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11 VT*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$119,922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69.9M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449,810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3675887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5A5A5A"/>
                </a:solidFill>
                <a:latin typeface="Arial"/>
              </a:rPr>
              <a:t>* Paid-social conversions are held pending a placement audit. Programmatic view-through is directional only. Conversions use different events per channel and are never summed.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1737360"/>
            <a:ext cx="4297680" cy="21945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1737360"/>
            <a:ext cx="429768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19" y="192024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HEADLINES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19" y="2240280"/>
            <a:ext cx="393192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June was the biggest GGMI media month of 2026: $119,922 across four channels, up 56% from May. Search produced 50 submitted applications at a $513 CPA, up from 33 in May, and Azerion held efficiency with 42 applications through a 27% budget increase.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206240"/>
            <a:ext cx="6766560" cy="21945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206240"/>
            <a:ext cx="676656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38912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WHAT THE DATA SAYS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709159"/>
            <a:ext cx="640080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Site traffic recovered with the spend: 9,236 Mexico sessions, up 61% from May, and 5,838 unique visitors, up 125%. The recovery is real but bought. Media drove essentially all of the June gain while organic search sat at its low.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We are approximately 31% into the annual GGMI budget, so H2 has room to scale once the quality fixes land.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06640" y="4206240"/>
            <a:ext cx="4297680" cy="21945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06640" y="4206240"/>
            <a:ext cx="4297680" cy="9144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19" y="438912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E74C3C"/>
                </a:solidFill>
                <a:latin typeface="Arial"/>
              </a:rPr>
              <a:t>JUNE PRIORITY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19" y="4709159"/>
            <a:ext cx="393192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Concentrate search spend in Mexico (49% served out-of-market in June), audit paid-social placements before reinstating its conversion reporting, and open the SEO workstream for the organic decline.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CONT' 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Three findings shape the July plan.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Monthly 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3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WHAT IS STILL FORMING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The June traffic recovery was bought by media. Organic search has fallen 75% since January, confirmed independently in Search Console, for identifiable SEO reasons. No media budget fixes this, and it is why total site traffic feels flat while investment grows.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Meta scaled spend 291% and delivery stayed cheap, but click quality dropped sharply as it scaled. Its conversion reporting stays on hold until the placement audit completes.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49% of June search spend served users outside Mexico. The fix is defined and partially applied; completing it is the top efficiency lever in the account.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WHAT WE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Complete the Mexico-only restriction on search. Roughly $12.6K per month is at stake and the June 3 exclusion is already working.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Run the placement-level audit and exclusions on paid social before scaling it further, and judge the channel on measured site sessions until validation completes.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Open a dedicated SEO workstream for the Spanish site. It is the structural fix for traffic that tracks media spend instead of compounding on top of it.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Apply the 49-site programmatic blocklist and set a campaign-level viewability floor.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BING ADS  · 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50 submitted applications at $513. Efficiency held through a 61% scale-up.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Monthly 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4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$25,659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+61% MoM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466,582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3 campaigns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CLICKS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21,480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CTR 4.60%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AVG CPC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$1.19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May: $0.53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SUBMITTED APPS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May: 33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CPA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$513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May: $484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3063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A3A"/>
                </a:solidFill>
                <a:latin typeface="Arial"/>
              </a:rPr>
              <a:t>Campaigns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57200" y="3337560"/>
          <a:ext cx="6949440" cy="1280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1097280"/>
                <a:gridCol w="1097280"/>
                <a:gridCol w="914400"/>
                <a:gridCol w="1097280"/>
              </a:tblGrid>
              <a:tr h="32004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Campaign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Clicks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Apps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CPA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AO Generic (policy test)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$13,508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11,020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$500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Brand + Generic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$8,154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7,559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$906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Platform Intercept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$3,996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2,901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$285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7680960" y="3063240"/>
            <a:ext cx="4023360" cy="32461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80960" y="3063240"/>
            <a:ext cx="402336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63840" y="32461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HIGHLIGHTS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3566160"/>
            <a:ext cx="36576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Conversions rose 52% (33 to 50) while spend rose 61%, so the CPA moved only $484 to $513 through the scale-up.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The account expanded from 1 campaign to 3. Platform Intercept is the efficiency leader at a $285 CPA.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CPC rose $0.53 to $1.19 with the shift into the new campaign themes.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4800600"/>
            <a:ext cx="6949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51% of June spend served Mexico. The remaining 49% ($12,637) served out-of-market users. The June 3 exclusion is already working, and completing the Mexico-only restriction is optimization #1 for July.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BING ADS  ·  READ &amp; RECOMMENDATIONS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Concentrate every search dollar in Mexico.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Monthly 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5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Search remains the most efficient measured converter in the account, and it held that efficiency while scaling 61%.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Only 51% of June spend served Mexico. Out-of-market paid visitors outnumbered Mexican paid visitors on the site for most of H1, so concentrating that spend in-market should improve effective Mexico CPA immediately.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The new campaign themes raised CPC ($0.53 to $1.19). Platform Intercept converts at $285, so the mix has room to rebalance toward what works.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WHAT WE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Complete the Mexico presence-only restriction. It is the top efficiency lever in the account at roughly $12.6K per month.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Rebalance budget toward the proven converters, led by Platform Intercept at $285, while the newer themes prove out.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Link the search account in GA4 so July reporting attributes paid search fully (detail on the measurement slide).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META  · 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Reach scaled 4x at low cost. Click quality is the June question.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Monthly 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6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$25,924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+291% MoM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19.78M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100% Mexico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LINK CLICKS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407,136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CTR 2.06%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CPM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$1.31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May: $0.97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LP VIEWS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249,972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platform-reported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CONVERSIONS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Held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validation open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063240"/>
            <a:ext cx="5577840" cy="32461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3063240"/>
            <a:ext cx="557784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3246120"/>
            <a:ext cx="5212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HIGHLIGHTS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3566160"/>
            <a:ext cx="5212079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Delivery scaled hard and stayed cheap: 19.8M impressions at a $1.31 CPM, all in Mexico, with the first month off a pure traffic objective.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This account converted platform clicks into measured site visits at 15.7% in February. June ran at 0.19%. Same pixel, same site, same market. The difference is the inventory the June campaigns bought.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9360" y="3063240"/>
            <a:ext cx="5394960" cy="32461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09360" y="3063240"/>
            <a:ext cx="5394960" cy="9144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92240" y="324612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E74C3C"/>
                </a:solidFill>
                <a:latin typeface="Arial"/>
              </a:rPr>
              <a:t>WHY CONVERSIONS ARE HELD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3566160"/>
            <a:ext cx="50292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The platform reports 86 conversions for June. 67 of them come from one retargeting campaign with only 126 landing-page views, which is not a credible application rate.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We are holding conversion reporting until the placement audit and pixel-event review complete. Delivery metrics (reach, clicks, CPM) are unaffected.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META  ·  READ &amp; RECOMMENDATIONS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Audit the placements before judging the channel.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Monthly 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7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June buying skewed to low-cost in-app inventory, and 63% of spend served users 55 and older in a market where the target skews younger.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Platform-reported landing-page views exceed what any measurement system records on the site by an order of magnitude. The landing pages are confirmed tagged and tracking, so the February-vs-June capture comparison isolates inventory quality, not tracking, as the cause.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WHAT WE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Run the placement-level audit and apply exclusions. This is the highest-value action on this channel for July.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Rebalance the 55+ age skew and complete the shift to a conversion objective.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Judge the channel on measured site sessions until conversion validation completes, then reinstate conversion reporting.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AZERION  · 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42 submitted applications. Efficiency roughly held at higher volume.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Monthly 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$34,556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+27% MoM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7.68M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2.18M devices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CLICKS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9,910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+57% MoM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STEP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440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May: 225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42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$823 CPA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VIEWABILITY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68.5%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70% standard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3063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A3A"/>
                </a:solidFill>
                <a:latin typeface="Arial"/>
              </a:rPr>
              <a:t>Ad Sets (Applications)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57200" y="3337560"/>
          <a:ext cx="548640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1005840"/>
                <a:gridCol w="822960"/>
                <a:gridCol w="1097280"/>
              </a:tblGrid>
              <a:tr h="2971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Ad Set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Apps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CPA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Experience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$8,996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$818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Global Market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$4,069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$407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TradeForex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$4,164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$595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Language Broker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$4,927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$704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Conversion_Instruments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$4,154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$1,039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Spanish Platform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$4,173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$1,391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Conversion_Commodities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$4,072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6217920" y="3063240"/>
            <a:ext cx="5486400" cy="32461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17920" y="3063240"/>
            <a:ext cx="548640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0" y="324612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HIGHLIGHTS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3566160"/>
            <a:ext cx="51206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Applications rose 14% (37 to 42) on a 27% budget increase. The CPA moved $737 to $823, so efficiency roughly held at higher volume.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Application starts nearly doubled (225 to 440), keeping the upper funnel active.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Global Market converted at $407 and Experience carried the most volume. Conversion_Commodities spent $4,072 with no applications and is the first reallocation candidate.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AZERION  ·  READ &amp; RECOMMENDATIONS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Hold the pace. Confirm the delivery detail.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Monthly 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Second consecutive month of scaled application volume, with efficiency holding within 12% while budget grew 27%.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Viewability is 68.5%, just under the 70% standard.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We have asked the vendor for country-level delivery confirmation plus funnel, site, format, and creative breakdowns (requested early July; awaiting reply). Mexico-only delivery certification is pending that response.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WHAT WE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Hold the budget pace until the delivery breakdowns arrive.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Concentrate budget on the converting ad sets, led by Global Market ($407) and Experience, and reallocate away from Conversion_Commodities ($4,072, zero applications).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Push viewability over the 70% standard.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QUANTCAST  ·  PERFORMANCE &amp; READ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A deliberate reach month. Cheap delivery, with a quality bill to manage.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Monthly 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$33,784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+26% MoM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41.96M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+155% MoM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CPM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$0.81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May: $1.63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AVG CPC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$2.99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May: $5.59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VIEWABILITY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51.3%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May: 67.1%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CONVERSIONS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view-through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3063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A3A"/>
                </a:solidFill>
                <a:latin typeface="Arial"/>
              </a:rPr>
              <a:t>Month over Month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57200" y="3337560"/>
          <a:ext cx="5669280" cy="2011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1280160"/>
                <a:gridCol w="1280160"/>
                <a:gridCol w="1280160"/>
              </a:tblGrid>
              <a:tr h="3352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June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May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$33,784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$26,890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+26%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Impressions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41.96M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16.48M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+155%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CPM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$0.81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$1.63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-50%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Viewability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51.3%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67.1%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-15.8pp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Conversions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11 VT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+10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6400800" y="3063240"/>
            <a:ext cx="5303520" cy="32461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3063240"/>
            <a:ext cx="530352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83680" y="3246120"/>
            <a:ext cx="4937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READ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0" y="3566160"/>
            <a:ext cx="4937759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We scaled reach on purpose: 42M impressions and 18.2M devices reached as CPM fell by half to $0.81.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The cost of cheap reach is quality. Viewability fell to 51%, below the 70% standard. We delivered a 49-site blocklist covering 32% of June spend on this line and recommend a campaign-level viewability floor.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All 11 June conversions are view-through. Treat them as directional support, not proven response.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SITE TRAFFIC  ·  GA4 (MEXICO)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Traffic recovered in June. Media bought the recovery.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Monthly 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11 / 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737360"/>
          <a:ext cx="6784848" cy="1188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360"/>
                <a:gridCol w="841248"/>
                <a:gridCol w="841248"/>
                <a:gridCol w="841248"/>
                <a:gridCol w="841248"/>
                <a:gridCol w="841248"/>
                <a:gridCol w="841248"/>
              </a:tblGrid>
              <a:tr h="39624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Jan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Feb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Mar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Apr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May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Sessions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9,380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22,229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12,614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7,577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5,751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9,236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Unique visitors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4,651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14,172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6,554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3,366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2,592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5,838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3200400"/>
            <a:ext cx="6766560" cy="31089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200400"/>
            <a:ext cx="676656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3832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THE HONEST READ: THREE SEPARATE EVENTS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03320"/>
            <a:ext cx="64008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February's peak was a single paid flight, not organic growth. One campaign delivered 13,323 sessions that month and ended in early March. February is not a valid baseline.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The March-May slide is an organic search decline, confirmed in Search Console: Mexico organic clicks fell 75% January to June. Brand rankings improved while dated content and mid-funnel pages lost ground, so this is a content issue, not a tracking artifact.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June's rebound was bought. Of the +3,485 sessions vs May, paid search added +2,601, paid social +537, display +274. Organic added +94.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1737360"/>
            <a:ext cx="4297680" cy="457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06640" y="1737360"/>
            <a:ext cx="429768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19" y="192024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WHAT IT MEANS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19" y="2240280"/>
            <a:ext cx="3931920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Media is doing its job. June proves it can move traffic on demand.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Unique visitors are up 26% January to June, the legitimate bright spot in the half-year.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The organic foundation needs its own workstream. Until it recovers, total site traffic will track media spend rather than compound on top of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GGMI (LATAM)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CROSS-CHANNEL PRIORITIES + 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Concentrate in-market. Finish the measurement. Start the SEO workstream.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Monthly 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12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3657600" cy="40233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3657600" cy="9144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E74C3C"/>
                </a:solidFill>
                <a:latin typeface="Arial"/>
              </a:rPr>
              <a:t>PRIORITY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40280"/>
            <a:ext cx="3291840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Complete the Mexico-only search restriction, with roughly $12.6K per month at stake.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Run the paid-social placement audit and exclusions before reinstating its conversion reporting.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737360"/>
            <a:ext cx="3657600" cy="40233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737360"/>
            <a:ext cx="365760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9202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SCALING &amp; OPPORTUNITY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240280"/>
            <a:ext cx="3291840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Hold the budget mix pending the measurement fixes, then revisit allocation with clean July attribution.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Search efficiency held at $513 and earns the first incremental dollar once spend is concentrated in Mexico.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Open the SEO workstream for the Spanish site and apply the programmatic blocklist with a viewability floor.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737360"/>
            <a:ext cx="3474720" cy="40233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1737360"/>
            <a:ext cx="347472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192024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MEASUREMENT TO CLOSE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240280"/>
            <a:ext cx="3108960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Link the search account in GA4. 27% of June Mexico sessions are unattributed because of it, and July reporting will restate paid search larger once linked. We will flag the restatement.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Complete the placement audit and pixel-event review, then reinstate paid-social conversions.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943600"/>
            <a:ext cx="11247120" cy="5029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5943600"/>
            <a:ext cx="11247120" cy="73152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0624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2A3A"/>
                </a:solidFill>
                <a:latin typeface="Arial"/>
              </a:rPr>
              <a:t>Concentrate spend on measurable, in-market delivery while the quality fixes land.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