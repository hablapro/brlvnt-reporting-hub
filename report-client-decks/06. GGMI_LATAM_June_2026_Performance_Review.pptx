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2" r:id="rId23"/>
    <p:sldId id="266" r:id="rId17"/>
    <p:sldId id="267" r:id="rId18"/>
    <p:sldId id="268" r:id="rId19"/>
    <p:sldId id="269" r:id="rId20"/>
    <p:sldId id="270" r:id="rId2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28575">
              <a:solidFill>
                <a:srgbClr val="3B5998"/>
              </a:solidFill>
            </a:ln>
          </c:spPr>
          <c:marker>
            <c:symbol val="circle"/>
            <c:size val="6"/>
            <c:spPr>
              <a:solidFill>
                <a:srgbClr val="3B599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9380</c:v>
                </c:pt>
                <c:pt idx="1">
                  <c:v>22229</c:v>
                </c:pt>
                <c:pt idx="2">
                  <c:v>12614</c:v>
                </c:pt>
                <c:pt idx="3">
                  <c:v>7577</c:v>
                </c:pt>
                <c:pt idx="4">
                  <c:v>5751</c:v>
                </c:pt>
                <c:pt idx="5">
                  <c:v>9236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Unique visitors</c:v>
                </c:pt>
              </c:strCache>
            </c:strRef>
          </c:tx>
          <c:spPr>
            <a:ln w="28575">
              <a:solidFill>
                <a:srgbClr val="27AE60"/>
              </a:solidFill>
            </a:ln>
          </c:spPr>
          <c:marker>
            <c:symbol val="circle"/>
            <c:size val="6"/>
            <c:spPr>
              <a:solidFill>
                <a:srgbClr val="27AE60"/>
              </a:solidFill>
              <a:ln>
                <a:solidFill>
                  <a:srgbClr val="FFFFFF"/>
                </a:solidFill>
              </a:ln>
            </c:spPr>
          </c:marker>
          <c:dLbls>
            <c:numFmt formatCode="#,##0" sourceLinked="0"/>
            <c:txPr>
              <a:bodyPr/>
              <a:lstStyle/>
              <a:p>
                <a:pPr>
                  <a:defRPr sz="750">
                    <a:solidFill>
                      <a:srgbClr val="32373E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4651</c:v>
                </c:pt>
                <c:pt idx="1">
                  <c:v>14172</c:v>
                </c:pt>
                <c:pt idx="2">
                  <c:v>6554</c:v>
                </c:pt>
                <c:pt idx="3">
                  <c:v>3366</c:v>
                </c:pt>
                <c:pt idx="4">
                  <c:v>2592</c:v>
                </c:pt>
                <c:pt idx="5">
                  <c:v>5838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3237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Organic Search sessions</c:v>
                </c:pt>
              </c:strCache>
            </c:strRef>
          </c:tx>
          <c:spPr>
            <a:ln w="28575">
              <a:solidFill>
                <a:srgbClr val="3B5998"/>
              </a:solidFill>
            </a:ln>
          </c:spPr>
          <c:marker>
            <c:symbol val="circle"/>
            <c:size val="6"/>
            <c:spPr>
              <a:solidFill>
                <a:srgbClr val="3B5998"/>
              </a:solidFill>
              <a:ln>
                <a:solidFill>
                  <a:srgbClr val="FFFFFF"/>
                </a:solidFill>
              </a:ln>
            </c:spPr>
          </c:marker>
          <c:dLbls>
            <c:numFmt formatCode="#,##0" sourceLinked="0"/>
            <c:txPr>
              <a:bodyPr/>
              <a:lstStyle/>
              <a:p>
                <a:pPr>
                  <a:defRPr sz="750">
                    <a:solidFill>
                      <a:srgbClr val="32373E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4958</c:v>
                </c:pt>
                <c:pt idx="1">
                  <c:v>3193</c:v>
                </c:pt>
                <c:pt idx="2">
                  <c:v>3385</c:v>
                </c:pt>
                <c:pt idx="3">
                  <c:v>2055</c:v>
                </c:pt>
                <c:pt idx="4">
                  <c:v>1260</c:v>
                </c:pt>
                <c:pt idx="5">
                  <c:v>1313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9D9D9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800">
          <a:solidFill>
            <a:srgbClr val="32373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91440" cy="22860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286000" cy="649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B5998"/>
                </a:solidFill>
                <a:latin typeface="Arial"/>
              </a:rPr>
              <a:t>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2A3A"/>
                </a:solidFill>
                <a:latin typeface="Arial"/>
              </a:rPr>
              <a:t>GGMI (LATAM) — Paid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2A3A"/>
                </a:solidFill>
                <a:latin typeface="Arial"/>
              </a:rPr>
              <a:t>Q3 FY2026 Business Review  ·  June 2026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Bing Ads · Meta · Azerion · Quantcast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Reporting period: June 1–30, 2026   |   Currency: USD   |   Prepared by Berelvant · 07.16.2026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The biggest media month of 2026. Efficiency held where we can measure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8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37360"/>
          <a:ext cx="6784848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0552"/>
                <a:gridCol w="969264"/>
                <a:gridCol w="969264"/>
                <a:gridCol w="969264"/>
                <a:gridCol w="777240"/>
                <a:gridCol w="969264"/>
              </a:tblGrid>
              <a:tr h="3048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Impr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Clicks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Conv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Bing Ads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$25,659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466,582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21,480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$513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$25,924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19.78M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407,136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Held*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Azerion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$35,026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7.68M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9,910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$834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Quantcast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$33,784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41.96M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11,284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11 VT*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$120,393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69.9M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449,810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675887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A5A5A"/>
                </a:solidFill>
                <a:latin typeface="Arial"/>
              </a:rPr>
              <a:t>* Paid-social conversions are held pending a placement audit. Programmatic view-through is directional only. Conversions use different events per channel and are never summed.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737360"/>
            <a:ext cx="4297680" cy="2194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1737360"/>
            <a:ext cx="429768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92024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240280"/>
            <a:ext cx="3931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June was the biggest GGMI media month of 2026: $120,393 across four channels, up 53% from May. Search produced 50 submitted applications at a $513 CPA, up from 33 in May, and Azerion held efficiency with 42 applications through a 20% budget increase.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6766560" cy="2194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676656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WHAT THE DATA SAYS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59"/>
            <a:ext cx="640080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Site traffic recovered with the spend: 9,236 Mexico sessions, up 61% from May, and 5,838 unique visitors, up 125%. The recovery is real but bought. Media drove essentially all of the June gain while organic search sat at its low.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We are approximately 31% into the annual GGMI budget, so H2 has room to scale once the quality fixes land.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4206240"/>
            <a:ext cx="4297680" cy="21945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206240"/>
            <a:ext cx="4297680" cy="91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43891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Arial"/>
              </a:rPr>
              <a:t>JUNE 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19" y="4709159"/>
            <a:ext cx="39319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Concentrate search spend in Mexico (49% served out-of-market in June), audit paid-social placements before reinstating its conversion reporting, and open the SEO workstream for the organic decline.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CONT' 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Three findings shape the July plan.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9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WHAT IS STILL FORMING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The June traffic recovery was bought by media. Organic search has fallen 75% since January, confirmed independently in Search Console, for identifiable SEO reasons. No media budget fixes this, and it is why total site traffic feels flat while investment grows.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Meta scaled spend 291% and delivery stayed cheap, but click quality dropped sharply as it scaled. Its conversion reporting stays on hold until the placement audit completes.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49% of June search spend served users outside Mexico. The fix is defined and partially applied; completing it is the top efficiency lever in the account.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WHAT WE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Complete the Mexico-only restriction on search. Roughly $12.6K per month is at stake and the June 3 exclusion is already working.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Run the placement-level audit and exclusions on paid social before scaling it further, and judge the channel on measured site sessions until validation completes.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Open a dedicated SEO workstream for the Spanish site. It is the structural fix for traffic that tracks media spend instead of compounding on top of it.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Apply the 49-site programmatic blocklist and set a campaign-level viewability floor.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BING ADS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50 submitted applications at $513. Efficiency held through a 61% scale-up.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10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$25,659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+61% MoM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466,582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3 campaigns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CLICKS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21,480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CTR 4.60%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AVG CPC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$1.19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$0.53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SUBMITTED APPS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33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$513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$484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Campaigns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3337560"/>
          <a:ext cx="694944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914400"/>
                <a:gridCol w="1097280"/>
              </a:tblGrid>
              <a:tr h="3200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Campaign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Clicks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Apps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AO Generic (policy test)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$13,508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11,020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Brand + Generic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$8,154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7,559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$906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Platform Intercept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$3,996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2,901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7680960" y="3063240"/>
            <a:ext cx="4023360" cy="3246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80960" y="3063240"/>
            <a:ext cx="402336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3246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HIGHLIGHTS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566160"/>
            <a:ext cx="3657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Conversions rose 52% (33 to 50) while spend rose 61%, so the CPA moved only $484 to $513 through the scale-up.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The account expanded from 1 campaign to 3. Platform Intercept is the efficiency leader at a $285 CPA.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CPC rose $0.53 to $1.19 with the shift into the new campaign themes.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800600"/>
            <a:ext cx="6949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51% of June spend served Mexico. The remaining 49% ($12,637) served out-of-market users. The June 3 exclusion is already working, and completing the Mexico-only restriction is optimization #1 for July.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BING ADS  ·  READ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Concentrate every search dollar in Mexico.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11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Search remains the most efficient measured converter in the account, and it held that efficiency while scaling 61%.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Only 51% of June spend served Mexico. Out-of-market paid visitors outnumbered Mexican paid visitors on the site for most of H1, so concentrating that spend in-market should improve effective Mexico CPA immediately.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The new campaign themes raised CPC ($0.53 to $1.19). Platform Intercept converts at $285, so the mix has room to rebalance toward what works.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WHAT WE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Complete the Mexico presence-only restriction. It is the top efficiency lever in the account at roughly $12.6K per month.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Rebalance budget toward the proven converters, led by Platform Intercept at $285, while the newer themes prove out.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Link the search account in GA4 so July reporting attributes paid search fully (detail on the measurement slide).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META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Reach scaled 4x at low cost. Click quality is the June question.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12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$25,924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+291% MoM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19.78M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100% Mexico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LINK CLICKS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407,136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CTR 2.06%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$1.31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$0.97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LP 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249,972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platform-reported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CONVERSIONS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Held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validation open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063240"/>
            <a:ext cx="5577840" cy="3246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3063240"/>
            <a:ext cx="557784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246120"/>
            <a:ext cx="521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HIGHLIGHTS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566160"/>
            <a:ext cx="5212079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Delivery scaled hard and stayed cheap: 19.8M impressions at a $1.31 CPM, all in Mexico, with the first month off a pure traffic objective.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This account converted platform clicks into measured site visits at 15.7% in February. June ran at 0.19%. Same pixel, same site, same market. The difference is the inventory the June campaigns bought.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063240"/>
            <a:ext cx="5394960" cy="3246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3063240"/>
            <a:ext cx="5394960" cy="91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Arial"/>
              </a:rPr>
              <a:t>WHY CONVERSIONS ARE HELD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3566160"/>
            <a:ext cx="5029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The platform reports 86 conversions for June. 67 of them come from one retargeting campaign with only 126 landing-page views, which is not a credible application rate.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We are holding conversion reporting until the placement audit and pixel-event review complete. Delivery metrics (reach, clicks, CPM) are unaffected.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META  ·  READ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Audit the placements before judging the channel.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13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June buying skewed to low-cost in-app inventory, and 63% of spend served users 55 and older in a market where the target skews younger.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Platform-reported landing-page views exceed what any measurement system records on the site by an order of magnitude. The landing pages are confirmed tagged and tracking, so the February-vs-June capture comparison isolates inventory quality, not tracking, as the cause.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WHAT WE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Run the placement-level audit and apply exclusions. This is the highest-value action on this channel for July.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Rebalance the 55+ age skew and complete the shift to a conversion objective.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Judge the channel on measured site sessions until conversion validation completes, then reinstate conversion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AZERION  · 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42 submitted applications. Efficiency roughly held at higher volume.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14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$35,026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+20% MoM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7.68M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2.18M devices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CLICKS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9,910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+57% MoM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STEP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225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$834 CPA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VIEWABILITY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68.5%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70%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Ad Sets (Applications)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3337560"/>
          <a:ext cx="548640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005840"/>
                <a:gridCol w="822960"/>
                <a:gridCol w="1097280"/>
              </a:tblGrid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Ad Set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Apps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CPA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Experience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$9,118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$829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Global Market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$4,124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$412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TradeForex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$4,221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$603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Language Broker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$4,994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$713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Conversion_Instruments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$4,211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$1,053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Spanish Platform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$4,229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$1,410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Conversion_Commodities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$4,128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6217920" y="3063240"/>
            <a:ext cx="5486400" cy="3246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3063240"/>
            <a:ext cx="548640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HIGHLIGHTS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566160"/>
            <a:ext cx="51206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Applications rose 14% (37 to 42) on a 20% budget increase. The CPA moved $792 to $834, so efficiency roughly held at higher volume.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Application starts nearly doubled (225 to 440), keeping the upper funnel active.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Global Market converted at $412 and Experience carried the most volume. Conversion_Commodities spent $4,128 with no applications and is the first reallocation candidate.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AZERION  ·  READ 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Hold the pace. Confirm the delivery detail.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15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Second consecutive month of scaled application volume, with efficiency holding within 6% while budget grew 20%.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Viewability is 68.5%, just under the 70% standard.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We have asked the vendor for country-level delivery confirmation plus funnel, site, format, and creative breakdowns (requested early July; awaiting reply). Mexico-only delivery certification is pending that response.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WHAT WE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Hold the budget pace until the delivery breakdowns arrive.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Concentrate budget on the converting ad sets, led by Global Market ($412) and Experience, and reallocate away from Conversion_Commodities ($4,128, zero applications).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Push viewability over the 70% standard.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QUANTCAST  ·  PERFORMANCE &amp;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A deliberate reach month. Cheap delivery, with a quality bill to manage.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16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$33,784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+26% MoM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IMPRESSIONS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41.96M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+155% MoM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$0.81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$1.63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AVG CPC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$2.99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$5.59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VIEWABILITY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51.3%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May: 67.1%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8828C"/>
                </a:solidFill>
                <a:latin typeface="Arial"/>
              </a:rPr>
              <a:t>CONVERSIONS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A3A"/>
                </a:solidFill>
                <a:latin typeface="Arial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view-through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A3A"/>
                </a:solidFill>
                <a:latin typeface="Arial"/>
              </a:rPr>
              <a:t>Month over Month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3337560"/>
          <a:ext cx="56692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280160"/>
                <a:gridCol w="1280160"/>
                <a:gridCol w="1280160"/>
              </a:tblGrid>
              <a:tr h="3352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June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Spend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$33,784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$26,890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Impressions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41.96M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16.48M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+155%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CPM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$0.81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$1.63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Viewability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51.3%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67.1%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-15.8pp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Conversions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11 VT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6400800" y="3063240"/>
            <a:ext cx="5303520" cy="32461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3063240"/>
            <a:ext cx="530352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3246120"/>
            <a:ext cx="49377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READ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3566160"/>
            <a:ext cx="4937759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We scaled reach on purpose: 42M impressions and 18.2M devices reached as CPM fell by half to $0.81.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The cost of cheap reach is quality. Viewability fell to 51%, below the 70% standard. We delivered a 49-site blocklist covering 32% of June spend on this line and recommend a campaign-level viewability floor.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All 11 June conversions are view-through. Treat them as directional support, not proven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Q3 FY2026 IN REVIEW  · 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The program scaled every month of the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3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37360"/>
          <a:ext cx="603504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051560"/>
                <a:gridCol w="105156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Apr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Bing Ads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$15,289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$15,972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$25,659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$56,920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$5,224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$6,626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$25,924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$37,774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Quantcast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$15,005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$26,890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$33,784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$75,678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Azerion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$10,777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$29,302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$35,026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$75,105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$46,294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$78,790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$120,393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$245,477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Month-over-month growth: +70% into May, +53% into June. June ran at 2.6x the April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Q3 closed at $245,477 in working media, approximately 24% of the FY2026 budget.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The mix rebalanced as the program scaled. April leaned on search and display; June is a balanced four-channel program with no channel above 29% of spend.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Every channel grew while holding or improving its efficiency where we can measure it, which is what earns the next stage of scale.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Q3 FY2026 IN REVIEW  · 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Application volume scaled with spend. Blended cost per application halved.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4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37360"/>
          <a:ext cx="60350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68680"/>
                <a:gridCol w="868680"/>
                <a:gridCol w="914400"/>
                <a:gridCol w="1005840"/>
              </a:tblGrid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Apr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Bing Ads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Azerion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Quantcast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Held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Blended applications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Blended cost / application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$2,315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$1,110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$1,169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$1,265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434840"/>
            <a:ext cx="6035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A5A5A"/>
                </a:solidFill>
                <a:latin typeface="Arial"/>
              </a:rPr>
              <a:t>Search tracking went live in May; display lines count submitted applications, the reach line counts view-through, and paid-social conversions are under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June delivered 5x the application volume of April on 2.6x the spend.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Blended cost per application fell from $2,315 in April to $1,169 in June and held near that level through a 53% spend increase, so the growth was bought at improving efficiency, not rising cost.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Search and programmatic carried the measured volume (181 submitted applications). Paid social contributed reach and site traffic while its conversion validation completes.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Q3 FY2026 IN REVIEW  ·  BLENDED OUTCOMES VS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The gap to plan sits in the organic base, not paid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5 /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737360"/>
          <a:ext cx="603504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097280"/>
              </a:tblGrid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Metric (organic + paid)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Q3 Actual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Q3 Budget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vs Plan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Live Apps Submitted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2,167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3,984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-46%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New Approved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957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-37%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New Funded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-56%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New Traded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-44%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Actives (monthly avg)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-18%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52698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Trading Volume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$4.3B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$6.7B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-36%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4348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A5A5A"/>
                </a:solidFill>
                <a:latin typeface="Arial"/>
              </a:rPr>
              <a:t>Source: Budget vs Actual dashboard (non-cohort reforecast), GGMI, organic and paid blended. July excluded (full-month forecast).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Blended submissions ran about 45% under plan and declined through the half-year (1,029 in January to 684 in June) while paid-driven applications grew every month of Q3. The shortfall sits in the non-paid base, which the next two slides trace to organic search.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The funded stage shows the second constraint: -56% to plan, the application-to-funded step the onboarding roadmap is built to fix.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Trading volume tracked the softer funnel at $4.3B against a $6.7B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SITE TRAFFIC  ·  SIX-MONTH VIEW (GA4, MEXICO)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Traffic recovered in June. Media bought the recovery.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6 / 17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783080"/>
          <a:ext cx="6400800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572000"/>
            <a:ext cx="6400800" cy="1737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640080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THE HONEST 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6035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February was one paid flight, not organic growth; it ended in early March and is not a baseline. The March-May slide is organic search decline, confirmed in Search Console. June's rebound was bought: of the +3,485 sessions vs May, paid search added +2,601, paid social +537, display +274. Organic added +94.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783080"/>
            <a:ext cx="4480560" cy="4526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1783080"/>
            <a:ext cx="448056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9659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286000"/>
            <a:ext cx="4114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Media is doing its job. June proves it can move traffic on demand.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Unique visitors are up 26% January to June, the legitimate bright spot in the half-year.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The organic foundation needs its own workstream. Until it recovers, total site traffic will track media spend rather than compound on top of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ORGANIC SEARCH  ·  THE STRUCTURAL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Organic search fell 75% in six months. Media cannot buy it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7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2A3A"/>
                </a:solidFill>
                <a:latin typeface="Arial"/>
              </a:rPr>
              <a:t>Organic Search sessions — GA4, Mexico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57200" y="2011680"/>
          <a:ext cx="603504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343400"/>
          <a:ext cx="603504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09728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Search Console (Mexico)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January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June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Organic clicks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4,811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1,210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-75%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Demo account page (position)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slid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Trading academy page (position)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slid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Homepage, brand (position)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improved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858000" y="1737360"/>
            <a:ext cx="4846320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Arial"/>
              </a:rPr>
              <a:t>WHAT IS DRIVING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40280"/>
            <a:ext cx="448055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Dated news and analysis content lost 87-99% of its clicks as it aged out with nothing replacing it, and mid-funnel commercial pages slid in rank while brand improved. The decline spans every country the Spanish site serves: a site-level content issue, confirmed independently in site analytics.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4160520"/>
            <a:ext cx="4846320" cy="2240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0" y="4160520"/>
            <a:ext cx="484632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4343400"/>
            <a:ext cx="44805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WHAT WE RECOMMEND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663440"/>
            <a:ext cx="4480559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Open a dedicated SEO workstream: restore the news and analysis publishing cadence, refresh the decayed assets, and run a mid-funnel rank-recovery plan (demo, academy, platform pages), measured on organic clicks and positions. Until it lands, paid media works harder each month just to hold total traffic flat.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CROSS-CHANNEL PRIORITIES +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Concentrate in-market. Finish the measurement. Start the SEO workstream.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17 /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Arial"/>
              </a:rPr>
              <a:t>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40280"/>
            <a:ext cx="32918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Complete the Mexico-only search restriction, with roughly $12.6K per month at stake.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Run the paid-social placement audit and exclusions before reinstating its conversion reporting.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37360"/>
            <a:ext cx="365760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37360"/>
            <a:ext cx="3657600" cy="9144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  <a:latin typeface="Arial"/>
              </a:rPr>
              <a:t>SCALING &amp;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29184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Hold the budget mix pending the measurement fixes, then revisit allocation with clean July attribution.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Search efficiency held at $513 and earns the first incremental dollar once spend is concentrated in Mexico.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Open the SEO workstream for the Spanish site and apply the programmatic blocklist with a viewability floor.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737360"/>
            <a:ext cx="3474720" cy="40233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B5998"/>
                </a:solidFill>
                <a:latin typeface="Arial"/>
              </a:rPr>
              <a:t>MEASUREMENT TO CLOSE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40280"/>
            <a:ext cx="31089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Link the search account in GA4. 27% of June Mexico sessions are unattributed because of it, and July reporting will restate paid search larger once linked. We will flag the restatement.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Complete the placement audit and pixel-event review, then reinstate paid-social conversions.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6247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2A3A"/>
                </a:solidFill>
                <a:latin typeface="Arial"/>
              </a:rPr>
              <a:t>Concentrate spend on measurable, in-market delivery while the quality fixes land.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rial"/>
              </a:rPr>
              <a:t>FOREX.com  |  GGMI (LATAM)  ·  June 2026</a:t>
            </a:r>
          </a:p>
        </p:txBody>
      </p:sp>
      <p:pic>
        <p:nvPicPr>
          <p:cNvPr id="4" name="Picture 3" descr="logo_1_fd6b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B5998"/>
                </a:solidFill>
                <a:latin typeface="Arial"/>
              </a:rPr>
              <a:t>SUMMARY  ·  BLENDED VIEW (ORGANIC + PAID)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Arial"/>
              </a:rPr>
              <a:t>Paid momentum built through Q3 while the blended base softened.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78828C"/>
                </a:solidFill>
                <a:latin typeface="Arial"/>
              </a:rPr>
              <a:t>Performance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78828C"/>
                </a:solidFill>
                <a:latin typeface="Arial"/>
              </a:rPr>
              <a:t>2 /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2834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2373E"/>
                </a:solidFill>
                <a:latin typeface="Arial"/>
              </a:rPr>
              <a:t>•  June submitted applications came in at 684, down 7% MoM; the H1 peak was February (1,036).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•  New approved rose 7% to 209 and the approval rate recovered to 31%, the best since February.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•  New funded dipped 11% to 32 and the fund rate to 15%. The application-to-funding step is the funnel constraint.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•  New traded closed at 29; trading volume held at $1.1B.</a:t>
            </a:r>
          </a:p>
          <a:p>
            <a:pPr algn="l">
              <a:spcBef>
                <a:spcPts val="600"/>
              </a:spcBef>
            </a:pPr>
            <a:r>
              <a:rPr sz="950" b="0">
                <a:solidFill>
                  <a:srgbClr val="32373E"/>
                </a:solidFill>
                <a:latin typeface="Arial"/>
              </a:rPr>
              <a:t>•  Working media reached $120,393 in June (+53% MoM), the biggest month of 2026, while paid-driven applications grew every month of Q3.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566160" y="1828800"/>
          <a:ext cx="8129016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886968"/>
                <a:gridCol w="886968"/>
                <a:gridCol w="886968"/>
                <a:gridCol w="886968"/>
                <a:gridCol w="886968"/>
                <a:gridCol w="886968"/>
                <a:gridCol w="841248"/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GGMI — blended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Jan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Feb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Mar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Apr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May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54864" marR="54864" marT="27432" marB="27432">
                    <a:solidFill>
                      <a:srgbClr val="3B599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Working Media Spend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$1,717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$20,578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$42,424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$46,294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$78,790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$120,393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+53%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Submitted Applications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1,029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1,036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900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684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-7%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Approved Clients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337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Approval Rate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+4pp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New Funded Clients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Fund Rate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-3pp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Cost per Funded Client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$349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$673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$1,218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$2,189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$3,762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+72%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New Traded Clients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-19%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Cost per Traded Client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$396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$744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$1,323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$2,189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$4,151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+90%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32373E"/>
                          </a:solidFill>
                          <a:latin typeface="Arial"/>
                        </a:rPr>
                        <a:t>Trading Volume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$5.1B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$2.5B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$2.3B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$2.1B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$1.1B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$1.1B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0">
                          <a:solidFill>
                            <a:srgbClr val="32373E"/>
                          </a:solidFill>
                          <a:latin typeface="Arial"/>
                        </a:rPr>
                        <a:t>flat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66160" y="5029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A5A5A"/>
                </a:solidFill>
                <a:latin typeface="Arial"/>
              </a:rPr>
              <a:t>Funnel metrics are blended organic + paid. Working media per the budget tracker. MoM = June vs May.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